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李志恒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来源：Antoine Rehberg 的 CDMS wiki 页面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各通道求和：30.5%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3806"/>
            <a:ext cx="8046719" cy="5333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不算在内：它只有 42% 的事件能拟合上，而这些事件都发生在它附近。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收集效率 30.5% ± 2.3%（σ/μ = 7.5%）。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能量用拟合脉冲来算，所以不受峰值噪声和基线漂移的影响。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Droid Sans Fallback"/>
              </a:rPr>
              <a:t>Z7 把一个 10.37 keV 事件的 30.5% ± 2.3%（σ/μ = 7.5%）吸收进 TES，10 个通道求和。   CDMS 文档在 R37 CUTE tower 上得到的是 26–41%。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还没落实：只做了 Z7 · Z7 的偏压没有确认（按 0 V 算） · 没有 dI/dV · PDS2 没有算进去 · 12.5% 的事件在任何通道都拟合不上。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的宽度和求和后 7.5% 的宽度。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事件计数：每一步排除了多少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K 线附近的 PTOFamps 窗口（30 个 series，无 trigger cut）：  2207 个事件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− 276 个（12.5%）：双指数拟合在每个通道上都失败（NRMSE 全部 &gt; 0.2）—— 疑似 pileup / glitch，未逐个检查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= 1931 个至少有一个通道拟合成功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− 104 个：10 个核心通道里至少有一个拟合失败 —— 总能量缺一块，加进去会偏低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= 1827 个（占 2207 的 83%）进入总能量分布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通道层面的排除（另算）：  PDS2 不计入（只有 42% 的事件能拟合，而且都是它附近的事件） · PFS2 在 Z7 上没有数据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系数背后的 TES 偏置电流 I₀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20</a:t>
            </a:r>
          </a:p>
        </p:txBody>
      </p:sp>
      <p:pic>
        <p:nvPicPr>
          <p:cNvPr id="5" name="Picture 4" descr="i0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715" y="1143000"/>
            <a:ext cx="824752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Droid Sans Fallback"/>
              </a:rPr>
              <a:t>每个通道每个 series 一个 I₀（detectorConfig，30 个 series），按进入求和的 1827 个事件加权。红色虚线：所有 series 都用的那个值（第一个 series，如 PBS1 −18.07 µA）。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C0392B"/>
                </a:solidFill>
                <a:latin typeface="Droid Sans Fallback"/>
              </a:rPr>
              <a:t>两个偏置状态：6 月 17–20 日（1225 个事件）就是所用的值；6 月 21–23 日（602 个事件）|I₀| 大 10%、R₀ 小 20%。两个状态下拟合出的脉冲一样（能量和下降时间差 2% 以内）；官方按 series 算的 Eabs 在第二个状态低 16.5%。待解决。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