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李志恒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snolab_run4_phonon_pulse_analysis/collection_efficiency/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主要思路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R4（1442 个事件，17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I₀：工作点上流过 TES 的电流 · R₀：工作点上 TES 的电阻 · R_L = R_p + R_sh：负载电阻（R_p 寄生电阻，R_sh 分流电阻）· δI：电流的变化，来自波形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文档里还有一个 Method 2：换成我们的符号是 δP = I₀(R_L − R₀)·δI − R_L·(δI)² —— 线性项相同，只有二次项不同，能量低 1.7%（PBS1，15 个事件的中位数）。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Droid Sans Fallback"/>
              </a:rPr>
              <a:t>来源：Antoine Rehberg 的 CDMS wiki 页面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ower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17" y="1143000"/>
            <a:ext cx="6031005" cy="5257800"/>
          </a:xfrm>
          <a:prstGeom prst="rect">
            <a:avLst/>
          </a:prstGeom>
        </p:spPr>
      </p:pic>
      <p:pic>
        <p:nvPicPr>
          <p:cNvPr id="6" name="Picture 5" descr="power_legend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892" y="1920240"/>
            <a:ext cx="428461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为什么对拟合积分，不是对原始数据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Droid Sans Fallback"/>
              </a:rPr>
              <a:t>各通道分到的能量很不均匀：60% 落在第 1 面；PES1 一个通道就有 489 eV，而 PES2 只有 195 eV。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PBS1，1273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287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各通道求和：30.4%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75434"/>
            <a:ext cx="8046719" cy="5330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个通道求和，1225 个事件：3155 eV = 30.4%，宽度降到 7.6%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不算在内：它只有 42% 的事件能拟合上，而这些事件都发生在它附近。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收集效率 30.4% ± 2.3%（σ/μ = 7.6%）。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能量用拟合脉冲来算，所以不受峰值噪声和基线漂移的影响。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Droid Sans Fallback"/>
              </a:rPr>
              <a:t>Z7 把一个 10.37 keV 事件的 30.4% ± 2.3%（σ/μ = 7.6%）吸收进 TES，10 个通道求和。   CDMS 文档在 R37 CUTE tower 上得到的是 26–41%。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还没落实：只做了 Z7 · Z7 的偏压没有确认（按 0 V 算） · 没有 dI/dV · PDS2 没有算进去 · 11% 的事件在任何通道都拟合不上 · 后 13 个 series（偏置点不同）没有用。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文档里的两个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 是 Method 1（本报告用的），c₂ = −1 是 Method 2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两者只有二次项不同：能量差 1.7%（PBS1，15 个事件的中位数）—— 远小于单通道 15% 的宽度和求和后 7.6% 的宽度。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事件计数：每一步排除了多少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17 个 series，6 月 17–20 日（6 月 21 日起的 13 个 series 偏置点不同，不用）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K 线附近的 PTOFamps 窗口（无 trigger cut）：  1442 个事件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− 158 个（11%）：双指数拟合在每个通道上都失败（NRMSE 全部 &gt; 0.2）—— 疑似 pileup / glitch，未逐个检查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= 1284 个至少有一个通道拟合成功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− 59 个：10 个核心通道里至少有一个拟合失败 —— 总能量缺一块，加进去会偏低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= 1225 个（占 1442 的 85%）进入总能量分布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通道层面的排除（另算）：  PDS2 不计入（只有 42% 的事件能拟合，而且都是它附近的事件） · PFS2 在 Z7 上没有数据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系数背后的 TES 偏置电流 I₀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20</a:t>
            </a:r>
          </a:p>
        </p:txBody>
      </p:sp>
      <p:pic>
        <p:nvPicPr>
          <p:cNvPr id="5" name="Picture 4" descr="i0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2715" y="1143000"/>
            <a:ext cx="8247529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Droid Sans Fallback"/>
              </a:rPr>
              <a:t>每个通道每个 series 一个 I₀（detectorConfig，全部 30 个 series），按进入求和的事件加权。红色虚线：所有 series 都用的那个值（第一个 series，如 PBS1 −18.07 µA）。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C0392B"/>
                </a:solidFill>
                <a:latin typeface="Droid Sans Fallback"/>
              </a:rPr>
              <a:t>两个偏置状态：6 月 17–20 日（1225 个事件）就是所用的值；6 月 21–23 日（602 个事件）|I₀| 大 10%、R₀ 小 20%。两个状态下拟合出的脉冲一样（能量和下降时间差 2% 以内）；组里的标准处理（Default_tag，逐 series 用各自配置）在第二个状态给出的 Eabs 低 16.5%。老师决定：后 13 个 series 不用，结果用第一个状态的 17 个 series。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