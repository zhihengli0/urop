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李志恒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各通道求和：30.5%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30.5% ± 2.3%（σ/μ = 7.5%）。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30.5% ± 2.3%（σ/μ = 7.5%）吸收进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7.5%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