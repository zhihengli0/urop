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李志恒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各通道求和：30.5%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30.5% ± 2.3%（σ/μ = 7.5%）。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30.5% ± 2.3%（σ/μ = 7.5%）吸收进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7.5%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事件计数：每一步排除了多少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K 线附近的 PTOFamps 窗口（30 个 series，无 trigger cut）：  2207 个事件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− 276 个（12.5%）：双指数拟合在每个通道上都失败（NRMSE 全部 &gt; 0.2）—— 疑似 pileup / glitch，未逐个检查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= 1931 个至少有一个通道拟合成功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− 104 个：10 个核心通道里至少有一个拟合失败 —— 总能量缺一块，加进去会偏低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= 1827 个（占 2207 的 83%）进入总能量分布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通道层面的排除（另算）：  PDS2 不计入（只有 42% 的事件能拟合，而且都是它附近的事件） · PFS2 在 Z7 上没有数据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