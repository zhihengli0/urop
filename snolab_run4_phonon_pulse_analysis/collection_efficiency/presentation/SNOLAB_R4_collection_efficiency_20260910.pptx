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Efficiency = energy absorbed by the TESs, summed over all channels, / 10.37 keV, for a detector operated at 0 V (no NTL amplification). Z7, K-line events of the Ge activation, SNOLAB R4, 1442 events over 17 series (the 13 series after the June 21 re-bias left out).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 small-signal result (Irwin &amp; Hilton), Method 1 of the CDMS note. Coefficients from the measured bias point of each channel: I0(R_L-R0) = 0.45 uV, 2R_L = 0.0385 Ohm for PBS1. For a two-exponential pulse the integral is a formula in A, tau_f, tau_r.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Top: the pulse zoomed on its peak, three axes. Bottom: the power and its area. 1 ADC = 0.318 nA. The next two slides walk through the two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Grey raw samples, blue 100 kHz low pass (what the fit sees), green 20 kHz (official prefilter), red the two-exponential fit, pink band fit ± 1 sigma (89 ADC). Yellow: 98 samples within 10% of the peak. Raw max 885 ADC vs fit 717: +23%. The maximum of 98 equal samples is the biggest upward noise. The fit averages every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Red: power from the fitted current, two terms added. Blue dashed: linear term alone. Orange dotted: quadratic term x20. Peak 104.6 fW = 102.6 + 2.0: the quadratic term is 1.3% of the energy. Shaded area 305.2 eV, 99% inside this window. Bottom line: the bias point that fixes the coefficients.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Top: raw current of events 30646 and 210571, y zoomed to +-60 nA; dashed green is the mean after the pulse. Bottom: accumulated energy. Left: after-pulse mean +0.1 nA, raw 316 vs fit 305 eV. Right: -6.2 nA, i.e. -2.8 fW over 24 ms = -420 eV, raw -169 vs fit 277.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PES1 489 eV, PES2 195 eV: position. Sum over 11 channels 3419 eV = 33.0%. Official window on the raw traces: 3397 eV = 32.8%. PDS2: slow swing after 5 ms, a low-frequency artefact; residual 0.14, three times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Red: fit. Grey outline: official window on the raw trace; same peak to 0.2%. Peak 287 eV, width 42 eV = 15%, for a fixed-energy line. Right tail to 600 eV: events near PBS1. The width is position, not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Grey: ten channels that fit ≥ 95% of events, 1225 events, 3155 eV = 30.4%, width 7.6% — the position dependence cancels in the sum. Uncertainty = sigma/mu of the Gaussian fit, 7.6% (Prof. Liu). PDS2 fits only 42%, and those are events near it, so it is left out. Red line 10.37 keV.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Chain: current -&gt; power -&gt; energy -&gt; sum over 10 channels, 17 series -&gt; 30.4% (sigma/mu 7.6%). R37 CUTE note: 26-41%. Open: Z7 only; HV bias unknown (0 V assumed); no dIdV, inductor term dropped; PDS2; 11% of events fit nowhere.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Z7 summed PTOFamps, our rebuild with no cut; K line at 2e-6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c2 = 2 is Method 1 (used here), c2 = -1 is Method 2; 1.7% apart in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15 example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 vs raw, 15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 3419 eV = 33.0%.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channel is right-skewed; the peaks must not be added (21% low), the means add. PDS2 left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series (June 17-20; the 13 later series sit at a different bias point and are left out, Prof. Liu). 1442 selected; 158 fit nowhere (11%); 59 more miss at least one of the 10 core channels; 1225 (85%) enter the sum. PDS2 excluded as a channel (fits 42%), PFS2 has no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I0 per channel per series from detectorConfig, weighted by the events in the sum over all 30 series. Two bias states: 17 series (June 17-20) at the values used, 13 series (June 21-23) with |I0| 10% larger and R0 20% smaller. The analysis uses the first series' bias point everywhere; the fitted pulses (size and fall time) are the same in both states within 2%, the standard Default_tag processing (per-series config) gives 16.5% less Eabs in the second state. Open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F3864"/>
                </a:solidFill>
                <a:latin typeface="Arial"/>
              </a:rPr>
              <a:t>Phonon collection efficiency of Z7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Arial"/>
              </a:rPr>
              <a:t>Zhiheng Li  ·  University of Minnesota  ·  SuperCDMS SNOLAB Run 4  ·  September 2026</a:t>
            </a:r>
          </a:p>
          <a:p>
            <a:r>
              <a:rPr sz="1300" b="0" i="0">
                <a:solidFill>
                  <a:srgbClr val="666666"/>
                </a:solidFill>
                <a:latin typeface="Arial"/>
              </a:rPr>
              <a:t>github.com/ZhihengLi0/urop  →  snolab_run4_phonon_pulse_analysis/collection_efficiency/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The Main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pic>
        <p:nvPicPr>
          <p:cNvPr id="5" name="Picture 4" descr="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97280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93192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C0392B"/>
                </a:solidFill>
                <a:latin typeface="Arial"/>
              </a:rPr>
              <a:t>For detectors operated at 0 V (no NTL effect):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Collection efficiency  =  energy absorbed by the TESs, summed over all channels  ÷  the 10.37 keV of the event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Arial"/>
              </a:rPr>
              <a:t>Sample: Z7, the K-line events of the Ge activation run, from SNOLAB R4 (1442 events, 17 series, all 11 channels).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The formula, and the two numbers it needs</a:t>
            </a:r>
          </a:p>
          <a:p>
            <a:r>
              <a:rPr sz="1400" b="0" i="0">
                <a:solidFill>
                  <a:srgbClr val="666666"/>
                </a:solidFill>
                <a:latin typeface="Arial"/>
              </a:rPr>
              <a:t>Method 1 of the CDMS collection-efficiency 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pic>
        <p:nvPicPr>
          <p:cNvPr id="5" name="Picture 4" descr="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410" y="1143000"/>
            <a:ext cx="8468139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5262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δP = the change of Joule heating when the current moves by δI: a linear term and a small quadratic term.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I₀: TES current at the bias point · R₀: TES resistance at the bias point · R_L = R_p + R_sh: load resistance (R_p parasitic, R_sh shunt) · δI: change in current, from the trace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note also gives Method 2: δP = I₀(R_L − R₀)·δI − R_L·(δI)² in our sign convention — same linear term, only the quadratic term differs, 1.7 % less energy (PBS1, median of 15 events).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06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Arial"/>
              </a:rPr>
              <a:t>Source:  Antoine Rehberg, CDMS wiki, Collection Efficiency Analysis   —   confluence.slac.stanford.edu/spaces/CDMS/pages/542577254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Example: one pulse</a:t>
            </a:r>
          </a:p>
          <a:p>
            <a:r>
              <a:rPr sz="1400" b="0" i="0">
                <a:solidFill>
                  <a:srgbClr val="666666"/>
                </a:solidFill>
                <a:latin typeface="Arial"/>
              </a:rPr>
              <a:t>Z7 PBS1, event 30646:  </a:t>
            </a:r>
            <a:r>
              <a:rPr sz="1400" b="1" i="0">
                <a:solidFill>
                  <a:srgbClr val="333333"/>
                </a:solidFill>
                <a:latin typeface="Arial"/>
              </a:rPr>
              <a:t>the same trace as ADC counts, as current, as power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pic>
        <p:nvPicPr>
          <p:cNvPr id="5" name="Picture 4" descr="peak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1143000"/>
            <a:ext cx="605790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533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Arial"/>
              </a:rPr>
              <a:t>The two-exponential is fitted to the 100 kHz low-passed trace (blue), not to the raw samples; the raw samples are only drawn.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The height: take it from the fit, not from the largest 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pic>
        <p:nvPicPr>
          <p:cNvPr id="5" name="Picture 4" descr="peak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72881"/>
            <a:ext cx="11247120" cy="51351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The power pulse, and its area is the energy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pic>
        <p:nvPicPr>
          <p:cNvPr id="5" name="Picture 4" descr="power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417" y="1143000"/>
            <a:ext cx="6031005" cy="5257800"/>
          </a:xfrm>
          <a:prstGeom prst="rect">
            <a:avLst/>
          </a:prstGeom>
        </p:spPr>
      </p:pic>
      <p:pic>
        <p:nvPicPr>
          <p:cNvPr id="6" name="Picture 5" descr="power_legend_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892" y="1920240"/>
            <a:ext cx="4284616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Why we integrate the fit, not the raw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pic>
        <p:nvPicPr>
          <p:cNvPr id="5" name="Picture 4" descr="raw_cum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143000"/>
            <a:ext cx="731520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8815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Top: the raw current of the two events; the small panel zooms in on the baseline after the pulse. Bottom: the energy accumulated from the raw current (grey) and from the fit (red).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C0392B"/>
                </a:solidFill>
                <a:latin typeface="Arial"/>
              </a:rPr>
              <a:t>Right: after the pulse the current sits 6 nA below its baseline — hidden in 28 nA of noise, yet over 24 ms it is −420 eV: raw −169 eV, fit 277 eV.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The same event in its other channels: they add up to 33 %</a:t>
            </a:r>
          </a:p>
          <a:p>
            <a:r>
              <a:rPr sz="1400" b="0" i="0">
                <a:solidFill>
                  <a:srgbClr val="666666"/>
                </a:solidFill>
                <a:latin typeface="Arial"/>
              </a:rPr>
              <a:t>Z7 event 30646; four of the eleven 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pic>
        <p:nvPicPr>
          <p:cNvPr id="5" name="Picture 4" descr="allchan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3022"/>
            <a:ext cx="7772400" cy="3983355"/>
          </a:xfrm>
          <a:prstGeom prst="rect">
            <a:avLst/>
          </a:prstGeom>
        </p:spPr>
      </p:pic>
      <p:pic>
        <p:nvPicPr>
          <p:cNvPr id="6" name="Picture 5" descr="chan_table_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608151"/>
            <a:ext cx="3291840" cy="40074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5778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Arial"/>
              </a:rPr>
              <a:t>The channels do not share the energy equally: 60 % of it lands on side 1, and PES1 alone has 489 eV against 195 eV in PES2.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Arial"/>
              </a:rPr>
              <a:t>Summed over the eleven channels: 3419 eV = 33.0 % of 10.37 keV.   PDS2 (bottom right) carries a slow swing.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Now every event: one channel gives a wide, lopsided distribution</a:t>
            </a:r>
          </a:p>
          <a:p>
            <a:r>
              <a:rPr sz="1400" b="0" i="0">
                <a:solidFill>
                  <a:srgbClr val="666666"/>
                </a:solidFill>
                <a:latin typeface="Arial"/>
              </a:rPr>
              <a:t>PBS1, 1273 K-line events, one fit and one integral 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pic>
        <p:nvPicPr>
          <p:cNvPr id="5" name="Picture 4" descr="hist_PB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8415"/>
            <a:ext cx="8046719" cy="5384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4630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Arial"/>
              </a:rPr>
              <a:t>Red: from the fit. Grey: the official window on the raw trace. Same peak to 0.2 %.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Arial"/>
              </a:rPr>
              <a:t>Peak 287 eV, width 15 % — for a line whose energy is fixed.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Arial"/>
              </a:rPr>
              <a:t>The tail to the right is the events that happened near this channel.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Arial"/>
              </a:rPr>
              <a:t>One channel's width is event position, not noise.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Summed over the channels: 30.4 %</a:t>
            </a:r>
          </a:p>
          <a:p>
            <a:r>
              <a:rPr sz="1400" b="0" i="0">
                <a:solidFill>
                  <a:srgbClr val="666666"/>
                </a:solidFill>
                <a:latin typeface="Arial"/>
              </a:rPr>
              <a:t>the total energy the TESs absorbed per K-line event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pic>
        <p:nvPicPr>
          <p:cNvPr id="5" name="Picture 4" descr="hist_s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75434"/>
            <a:ext cx="8046719" cy="5330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4630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Arial"/>
              </a:rPr>
              <a:t>Ten channels summed, 1225 events: 3155 eV = 30.4 %, and the width drops to 7.6 % — the position effect cancels.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Arial"/>
              </a:rPr>
              <a:t>PDS2 is left out: only 42 % of its events can be fitted, and those are the events that happened near it.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Arial"/>
              </a:rPr>
              <a:t>Collection efficiency:
30.4 % ± 2.3 %  (σ/μ = 7.6 %).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Arial"/>
              </a:rPr>
              <a:t>Red line: 10.37 keV — two thirds of the energy never reaches the TESs.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Summary, and what is still open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333333"/>
                </a:solidFill>
                <a:latin typeface="Arial"/>
              </a:rPr>
              <a:t>The current pulse becomes a power pulse through the TES equations; the area under the power is the energy.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333333"/>
                </a:solidFill>
                <a:latin typeface="Arial"/>
              </a:rPr>
              <a:t>The energy is taken from the fitted pulse, so the noise at the peak and the baseline drift do not enter.</a:t>
            </a:r>
          </a:p>
          <a:p>
            <a:pPr>
              <a:spcAft>
                <a:spcPts val="80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Z7 absorbs 30.4 % ± 2.3 % (σ/μ = 7.6 %) of a 10.37 keV event in its TESs, summed over 10 channels.   The CDMS note reports 26–41 % on the R37 CUTE tower.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333333"/>
                </a:solidFill>
                <a:latin typeface="Arial"/>
              </a:rPr>
              <a:t>Open: Z7 only · the bias of Z7 is not established (0 V assumed) · no dI/dV · PDS2 not included · 11 % of events fit in no channel · 13 later series (different bias point) not used.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the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pic>
        <p:nvPicPr>
          <p:cNvPr id="5" name="Picture 4" descr="spectrum_zip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10" y="1143000"/>
            <a:ext cx="1026914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the two Methods of the CDMS 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δP = I₀(R_L − R₀)·δI + c₂·R_L·(δI)²     with c₂ = 2 (Method 1, used here) and c₂ = −1 (Method 2)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The two differ only in the quadratic term: 1.7 % in energy (PBS1, median of 15 events) — far below the 15 % single-channel width and the 7.6 % width of the sum.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The inductor term of the full equations needs L and the loop gain from dI/dV, which do not exist for these series on MSI; it is neglected.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The official Eabs (trigger bin 16383, baseline bins 93..15758, 5-pole 20 kHz prefilter, window −0.5/+1 ms, same formula) is reproduced to 0.2 %; the grey outlines on the histogram slides are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how the formulas are derived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pic>
        <p:nvPicPr>
          <p:cNvPr id="5" name="Picture 4" descr="derivation_backup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072" y="1143000"/>
            <a:ext cx="1025881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15 events, fitted current and power (PBS1)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pic>
        <p:nvPicPr>
          <p:cNvPr id="5" name="Picture 4" descr="pulse_15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354" y="1143000"/>
            <a:ext cx="691025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15 events, cumulative energy (PBS1)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pic>
        <p:nvPicPr>
          <p:cNvPr id="5" name="Picture 4" descr="cum_15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354" y="1143000"/>
            <a:ext cx="691025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event 30646, all 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pic>
        <p:nvPicPr>
          <p:cNvPr id="5" name="Picture 4" descr="allchan_pul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8921"/>
            <a:ext cx="11247120" cy="40259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energy distribution of every 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18</a:t>
            </a:r>
          </a:p>
        </p:txBody>
      </p:sp>
      <p:pic>
        <p:nvPicPr>
          <p:cNvPr id="5" name="Picture 4" descr="hist_allch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114" y="1143000"/>
            <a:ext cx="1039473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event bookkeeping: what is excluded at each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17 series, June 17–20 (the 13 series from June 21 on sit at a different bias point and are left out)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PTOFamps window around the K line (no trigger cut):   1442 events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− 158 events (11 %): the two-exponential fit fails in every channel (all NRMSE &gt; 0.2) — pileup / glitches, not checked one by one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= 1284 events with at least one usable fit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− 59 events: at least one of the 10 core channels failed to fit — an incomplete sum would read low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C0392B"/>
                </a:solidFill>
                <a:latin typeface="Arial"/>
              </a:rPr>
              <a:t>= 1225 events (85 % of 1442) enter the summed-energy distribution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Arial"/>
              </a:rPr>
              <a:t>Channel-level cuts, applied separately:   PDS2 left out (fits only 42 % of events, the ones near it) · PFS2 has no data on Z7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Arial"/>
              </a:rPr>
              <a:t>Backup — the TES bias current I₀ behind the coefficients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pic>
        <p:nvPicPr>
          <p:cNvPr id="5" name="Picture 4" descr="i0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715" y="1143000"/>
            <a:ext cx="824752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Arial"/>
              </a:rPr>
              <a:t>One I₀ per channel per series (detectorConfig, all 30 series), weighted by the events in the sum. Red dashed: the value used for every series (first series, e.g. PBS1 −18.07 µA).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C0392B"/>
                </a:solidFill>
                <a:latin typeface="Arial"/>
              </a:rPr>
              <a:t>Two bias states: June 17–20 (1225 events) at the values used; June 21–23 (602 events) with |I₀| 10 % larger and R₀ 20 % smaller. The fitted pulses are the same in both (energy and fall time within 2 %); the group's standard cdmsbats processing (Default_tag, per-series detectorConfig) gives 16.5 % less Eabs in the second state. Decision (Prof. Liu): the 13 later series are left out; the result uses the 17 series of the first state.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