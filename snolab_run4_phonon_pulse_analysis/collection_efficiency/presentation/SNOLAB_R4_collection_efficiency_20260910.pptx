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Orange dotted: quadratic term x20. Peak 104.6 fW = 102.6 + 2.0: the quadratic term is 1.3% of the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Uncertainty = sigma/mu of the Gaussian fit, 7.5% (Prof. Liu). PDS2 fits only 42%, and those are events near it, so it is left out.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over 10 channels -&gt; 30.5% (sigma/mu 7.5%).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is Method 1 (used here), c2 = -1 is Method 2; 1.7% apart in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snolab_run4_phonon_pulse_analysis/collection_efficiency/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Main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I₀: TES current at the bias point · R₀: TES resistance at the bias point · R_L = R_p + R_sh: load resistance (R_p parasitic, R_sh shunt) · δI: change in current, from the trace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The note also gives Method 2: δP = I₀(R_L − R₀)·δI − R_L·(δI)² in our sign convention — same linear term, only the quadratic term differs, 1.7 % less energy (PBS1, median of 15 events).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Arial"/>
              </a:rPr>
              <a:t>Source:  Antoine Rehberg, CDMS wiki,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ower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17" y="1143000"/>
            <a:ext cx="6031005" cy="5257800"/>
          </a:xfrm>
          <a:prstGeom prst="rect">
            <a:avLst/>
          </a:prstGeom>
        </p:spPr>
      </p:pic>
      <p:pic>
        <p:nvPicPr>
          <p:cNvPr id="6" name="Picture 5" descr="power_legend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892" y="1920240"/>
            <a:ext cx="428461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we integrate the fit, not the raw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two events; the small panel zooms in on the baseline after the pulse. Bottom: the energy accumulated from the raw current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channels do not share the energy equally: 60 % of it lands on side 1, and PES1 alone has 489 eV against 195 eV in PES2.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30.5 %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73806"/>
            <a:ext cx="8046719" cy="53333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is left out: only 42 % of its events can be fitted, and those are the events that happened near it.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Collection efficiency:
30.5 % ± 2.3 %  (σ/μ = 7.5 %).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current pulse becomes a power pulse through the TES equations; the area under the power is the energy.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energy is taken from the fitted pulse, so the noise at the peak and the baseline drift do not enter.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Arial"/>
              </a:rPr>
              <a:t>Z7 absorbs 30.5 % ± 2.3 % (σ/μ = 7.5 %) of a 10.37 keV event in its TESs, summed over 10 channels.   The CDMS note reports 26–41 % on the R37 CUTE tower.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Open: Z7 only · the bias of Z7 is not established (0 V assumed) · no dI/dV · PDS2 not included · 12.5 % of events fit in no channel.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two Methods of the CDMS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 and c₂ =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two differ only in the quadratic term: 1.7 % in energy (PBS1, median of 15 events) — far below the 15 % single-channel width and the 7.5 % width of the sum.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