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Orange dotted: quadratic term x20. Peak 104.6 fW = 102.6 + 2.0: the quadratic term is 1.3% of the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Uncertainty = sigma/mu of the Gaussian fit, 7.5% (Prof. Liu). PDS2 fits only 42%, and those are events near it, so it is left out.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over 10 channels -&gt; 30.5% (sigma/mu 7.5%).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2207 selected; 276 fit nowhere (12.5%); 104 more miss at least one of the 10 core channels; 1827 (83%) enter the sum. PDS2 excluded as a channel (fits 42%), PFS2 has no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snolab_run4_phonon_pulse_analysis/collection_efficiency/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I₀: TES current at the bias point · R₀: TES resistance at the bias point · R_L = R_p + R_sh: load resistance (R_p parasitic, R_sh shunt) · δI: change in current, from the trace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The note also gives Method 2: δP = I₀(R_L − R₀)·δI − R_L·(δI)² in our sign convention — same linear term, only the quadratic term differs, 1.7 % less energy (PBS1, median of 15 events).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Arial"/>
              </a:rPr>
              <a:t>Source:  Antoine Rehberg, CDMS wiki,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we integrate the fit, not the raw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channels do not share the energy equally: 60 % of it lands on side 1, and PES1 alone has 489 eV against 195 eV in PES2.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30.5 %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3806"/>
            <a:ext cx="8046719" cy="5333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is left out: only 42 % of its events can be fitted, and those are the events that happened near it.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Collection efficiency:
30.5 % ± 2.3 %  (σ/μ = 7.5 %).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current pulse becomes a power pulse through the TES equations; the area under the power is the energy.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energy is taken from the fitted pulse, so the noise at the peak and the baseline drift do not enter.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Arial"/>
              </a:rPr>
              <a:t>Z7 absorbs 30.5 % ± 2.3 % (σ/μ = 7.5 %) of a 10.37 keV event in its TESs, summed over 10 channels.   The CDMS note reports 26–41 % on the R37 CUTE tower.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Open: Z7 only · the bias of Z7 is not established (0 V assumed) · no dI/dV · PDS2 not included · 12.5 % of events fit in no channel.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7.5 % width of the sum.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bookkeeping: what is excluded at each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PTOFamps window around the K line (30 series, no trigger cut):   2207 events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− 276 events (12.5 %): the two-exponential fit fails in every channel (all NRMSE &gt; 0.2) — pileup / glitches, not checked one by one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= 1931 events with at least one usable fit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− 104 events: at least one of the 10 core channels failed to fit — an incomplete sum would read low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= 1827 events (83 % of 2207) enter the summed-energy distribution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Channel-level cuts, applied separately:   PDS2 left out (fits only 42 % of events, the ones near it) · PFS2 has no data on Z7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