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Orange dotted: quadratic term x20. Peak 104.6 fW = 102.6 + 2.0: the quadratic term is 1.3% of the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Uncertainty = sigma/mu of the Gaussian fit, 7.5% (Prof. Liu). PDS2 fits only 42%, and those are events near it, so it is left out.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over 10 channels -&gt; 30.5% (sigma/mu 7.5%).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2207 selected; 276 fit nowhere (12.5%); 104 more miss at least one of the 10 core channels; 1827 (83%) enter the sum. PDS2 excluded as a channel (fits 42%), PFS2 has no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I0 per channel per series from detectorConfig, weighted by the 1827 events in the sum. Two bias states: 17 series (June 17-20) at the values used, 13 series (June 21-23) with |I0| 10% larger and R0 20% smaller. The analysis uses the first series' bias point everywhere; the fitted pulses (size and fall time) are the same in both states within 2%, the standard Default_tag processing (per-series config) gives 16.5% less Eabs in the second state. Open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30.5 %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is left out: only 42 % of its events can be fitted, and those are the events that happened near it.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Collection efficiency:
30.5 % ± 2.3 %  (σ/μ = 7.5 %).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30.5 % ± 2.3 % (σ/μ = 7.5 %) of a 10.37 keV event in its TESs, summed over 10 channels.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not included · 12.5 % of events fit in no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7.5 % width of the sum.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bookkeeping: what is excluded at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PTOFamps window around the K line (30 series, no trigger cut):   2207 events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− 276 events (12.5 %): the two-exponential fit fails in every channel (all NRMSE &gt; 0.2) — pileup / glitches, not checked one by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= 1931 events with at least one usable fit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− 104 events: at least one of the 10 core channels failed to fit — an incomplete sum would read low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= 1827 events (83 % of 2207) enter the summed-energy distribution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Channel-level cuts, applied separately:   PDS2 left out (fits only 42 % of events, the ones near it) · PFS2 has no data on Z7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TES bias current I₀ behind the coefficients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i0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715" y="1143000"/>
            <a:ext cx="824752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One I₀ per channel per series (detectorConfig, 30 series), weighted by the 1827 events in the sum. Red dashed: the value used for every series (first series, e.g. PBS1 −18.07 µA).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Arial"/>
              </a:rPr>
              <a:t>Two bias states: June 17–20 (1225 events) at the values used; June 21–23 (602 events) with |I₀| 10 % larger and R₀ 20 % smaller. The fitted pulses are the same in both (energy and fall time within 2 %); the group's standard cdmsbats processing (Default_tag, per-series detectorConfig) gives 16.5 % less Eabs in the second state. Open item.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