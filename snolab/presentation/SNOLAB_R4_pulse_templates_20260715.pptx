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Z22 events that pass the NRMSE cut but have a slow rise. Look at PCS1 and PDS1: their NRMSE is low, around 0.15, because a slow two-exp hugs the trace with a tiny residual - but the raw trace is just a slow baseline drift, there is no clean fast pulse. That is exactly the population the 0.3 ms ceiling removes.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after.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after.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slow drift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Events that pass NRMSE (0.15–0.19) but have a slow rise: the raw traces are slow baseline drift — no clean fast pulse</a:t>
            </a:r>
          </a:p>
          <a:p>
            <a:pPr>
              <a:spcAft>
                <a:spcPts val="500"/>
              </a:spcAft>
            </a:pPr>
            <a:r>
              <a:rPr sz="1400">
                <a:solidFill>
                  <a:srgbClr val="333333"/>
                </a:solidFill>
                <a:latin typeface="Arial"/>
              </a:rPr>
              <a:t>• A slow 2-exp hugs the drift with a tiny residual → inflated τ_rise → removed by the 0.3 ms ceiling</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PCS1/PDS1 pass NRMSE yet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