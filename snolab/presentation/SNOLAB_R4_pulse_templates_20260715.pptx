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On the weak detectors the same bimodal picture appears with the noise peak dominating - one example is in the backup slide - and there this same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77 events are removed, under four percent.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 — backup slide</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