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the echo-trigger population - a genuine second, slower pulse shape.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echo-trigger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(echo-trigger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A genuine second, slower pulse shape — a faint “echo” behind the main pulse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echo-trigger events (first 4 channels): raw (gray) / LP (blue) / fit (red) — genuine slow pulses, pretrigger aligned, peak late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