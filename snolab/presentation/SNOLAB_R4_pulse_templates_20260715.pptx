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365760" y="2468880"/>
            <a:ext cx="5394960" cy="3699401"/>
          </a:xfrm>
          <a:prstGeom prst="rect">
            <a:avLst/>
          </a:prstGeom>
        </p:spPr>
      </p:pic>
      <p:sp>
        <p:nvSpPr>
          <p:cNvPr id="6" name="TextBox 5"/>
          <p:cNvSpPr txBox="1"/>
          <p:nvPr/>
        </p:nvSpPr>
        <p:spPr>
          <a:xfrm>
            <a:off x="36576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Z22 PCS1: 7198 kept / 4788 cut (~40%)</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