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exactly the Z22 events that pass the NRMSE cut - median NRMSE below 0.4 - but are removed by the rise-time ceiling, median t_rise above 0.3 ms. In other words, the noise that 0.4 let through and 0.3 catches. Look at PCS1 and PDS1: their NRMSE is low, around 0.15, because a slow two-exp hugs the trace with a tiny residual - but the raw trace is just a slow baseline drift, there is no clean fast pulse.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template_overlay_zip7_PBS1.png"/>
          <p:cNvPicPr>
            <a:picLocks noChangeAspect="1"/>
          </p:cNvPicPr>
          <p:nvPr/>
        </p:nvPicPr>
        <p:blipFill>
          <a:blip r:embed="rId2"/>
          <a:stretch>
            <a:fillRect/>
          </a:stretch>
        </p:blipFill>
        <p:spPr>
          <a:xfrm>
            <a:off x="619163" y="2834640"/>
            <a:ext cx="10923194" cy="3291840"/>
          </a:xfrm>
          <a:prstGeom prst="rect">
            <a:avLst/>
          </a:prstGeom>
        </p:spPr>
      </p:pic>
      <p:sp>
        <p:nvSpPr>
          <p:cNvPr id="6" name="TextBox 5"/>
          <p:cNvSpPr txBox="1"/>
          <p:nvPr/>
        </p:nvSpPr>
        <p:spPr>
          <a:xfrm>
            <a:off x="457200" y="6156480"/>
            <a:ext cx="11247120" cy="274320"/>
          </a:xfrm>
          <a:prstGeom prst="rect">
            <a:avLst/>
          </a:prstGeom>
          <a:noFill/>
        </p:spPr>
        <p:txBody>
          <a:bodyPr wrap="square">
            <a:spAutoFit/>
          </a:bodyPr>
          <a:lstStyle/>
          <a:p>
            <a:pPr algn="ctr"/>
            <a:r>
              <a:rPr sz="1100" i="1">
                <a:solidFill>
                  <a:srgbClr val="666666"/>
                </a:solidFill>
                <a:latin typeface="Arial"/>
              </a:rPr>
              <a:t>Z7 PBS1 — blue: the fitted curves (200 of 1931 drawn);  red: the delivered 1x1 template, the NRMSE-weighted mean of all fit_ok curves, read back from the ROOT file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nrmse.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nrmse.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noise NRMSE missed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Exactly the events that PASS NRMSE ≤ 0.4 but are REMOVED by τ_rise ≤ 0.3 ms — the noise 0.4 let through, 0.3 catches</a:t>
            </a:r>
          </a:p>
          <a:p>
            <a:pPr>
              <a:spcAft>
                <a:spcPts val="500"/>
              </a:spcAft>
            </a:pPr>
            <a:r>
              <a:rPr sz="1400">
                <a:solidFill>
                  <a:srgbClr val="333333"/>
                </a:solidFill>
                <a:latin typeface="Arial"/>
              </a:rPr>
              <a:t>• PCS1 / PDS1 pass at NRMSE ≈ 0.15 (a slow 2-exp hugs a slow baseline drift) — but the raw trace has no clean fast pulse</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pass NRMSE ≤ 0.4, removed by τ_rise ≤ 0.3 ms; PCS1/PDS1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