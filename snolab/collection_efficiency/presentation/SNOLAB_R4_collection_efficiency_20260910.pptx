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410" y="1143000"/>
            <a:ext cx="8468139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5262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I₀: TES current at the bias point · R₀: TES resistance at the bias point · R_L = R_p + R_sh: load resistance (R_p parasitic, R_sh shunt) · δI: change in current, from the trace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The note also gives Method 2: δP = I₀(R_L − R₀)·δI − R_L·(δI)² in our sign convention — same linear term, only the quadratic term differs, 1.7 % less energy (PBS1, median of 15 events).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Arial"/>
              </a:rPr>
              <a:t>Source:  Antoine Rehberg, CDMS wiki, Collection Efficiency Analysis   —   confluence.slac.stanford.edu/spaces/CDMS/pages/542577254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72881"/>
            <a:ext cx="11247120" cy="51351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227" y="1143000"/>
            <a:ext cx="9278505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we integrate the fit, not the raw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3022"/>
            <a:ext cx="7772400" cy="3983355"/>
          </a:xfrm>
          <a:prstGeom prst="rect">
            <a:avLst/>
          </a:prstGeom>
        </p:spPr>
      </p:pic>
      <p:pic>
        <p:nvPicPr>
          <p:cNvPr id="6" name="Picture 5" descr="chan_table_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608151"/>
            <a:ext cx="3291840" cy="40074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7784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channels do not share the energy equally: 60 % of it lands on side 1, and PES1 alone has 489 eV against 195 eV in PES2.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current pulse becomes a power pulse through the TES equations; the area under the power is the energy.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The energy is taken from the fitted pulse, so the noise at the peak and the baseline drift do not enter.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C0392B"/>
                </a:solidFill>
                <a:latin typeface="Arial"/>
              </a:rPr>
              <a:t>Z7 absorbs 32 ± 1 % of a 10.37 keV event in its TESs.   The CDMS note reports 26–41 % on the R37 CUTE tower.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Arial"/>
              </a:rPr>
              <a:t>Open: Z7 only · the bias of Z7 is not established (0 V assumed) · no dI/dV · PDS2 is the ± 1 % · 12.5 % of events fit in no channel.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