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in the TES films / 10.37 keV. The trace is a current; its area is a charge, not an energy. Z7, K-line events of the Ge activation, 2207 events over 30 series, raw traces of all 11 channels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channel. For a two-exponential pulse the integral from -inf to +inf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 from the fit: zero, up within 1 ms, flat; the end equals the formula (green). Grey from the raw trace: drifts, 1 nA over 15 ms is 42 eV. Right: fit 277 eV, raw -169.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  <a:p>
            <a:r>
              <a:rPr sz="1800" b="0" i="0">
                <a:solidFill>
                  <a:srgbClr val="666666"/>
                </a:solidFill>
                <a:latin typeface="Arial"/>
              </a:rPr>
              <a:t>how much of a 10.37 keV K-line event ends up in the TESs  —  read off one pulse, then followed to the whole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that reaches the TES films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What we record is a current pulse.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The area under a current is a charge, not an energy — so the pulse must be turned into power first.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 (2207 events, 30 series, all 11 channels saved raw).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From current to power, from power to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Power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Both coefficients are the measured bias point of the channel — nothing is fitted or tuned.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Fit the two-exponential, integrate it from −∞ to +∞: the energy is a formula in A, τ_f, τ_r.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One pulse, read three ways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energy accumulated from the start of the 52 ms trace; trigger at the dotted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um_ev306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4367"/>
            <a:ext cx="5532120" cy="1871826"/>
          </a:xfrm>
          <a:prstGeom prst="rect">
            <a:avLst/>
          </a:prstGeom>
        </p:spPr>
      </p:pic>
      <p:pic>
        <p:nvPicPr>
          <p:cNvPr id="6" name="Picture 5" descr="cum_ev210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85226"/>
            <a:ext cx="5532120" cy="2110108"/>
          </a:xfrm>
          <a:prstGeom prst="rect">
            <a:avLst/>
          </a:prstGeom>
        </p:spPr>
      </p:pic>
      <p:pic>
        <p:nvPicPr>
          <p:cNvPr id="7" name="Picture 6" descr="cum_leg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3406616"/>
            <a:ext cx="6126480" cy="31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Red, from the fit: nothing before the pulse, up within 1 ms, then flat — and the end value is exactly the formula.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Grey, from the raw trace: it drifts. A 1 nA baseline offset over 15 ms is already 42 eV. Right: fit 277 eV, raw −169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54757"/>
            <a:ext cx="5532120" cy="1896726"/>
          </a:xfrm>
          <a:prstGeom prst="rect">
            <a:avLst/>
          </a:prstGeom>
        </p:spPr>
      </p:pic>
      <p:pic>
        <p:nvPicPr>
          <p:cNvPr id="6" name="Picture 5" descr="allchan_PES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54757"/>
            <a:ext cx="5532120" cy="1896726"/>
          </a:xfrm>
          <a:prstGeom prst="rect">
            <a:avLst/>
          </a:prstGeom>
        </p:spPr>
      </p:pic>
      <p:pic>
        <p:nvPicPr>
          <p:cNvPr id="7" name="Picture 6" descr="allchan_PES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166437"/>
            <a:ext cx="5532120" cy="1896726"/>
          </a:xfrm>
          <a:prstGeom prst="rect">
            <a:avLst/>
          </a:prstGeom>
        </p:spPr>
      </p:pic>
      <p:pic>
        <p:nvPicPr>
          <p:cNvPr id="8" name="Picture 7" descr="allchan_PDS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166437"/>
            <a:ext cx="5532120" cy="18967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 — remember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