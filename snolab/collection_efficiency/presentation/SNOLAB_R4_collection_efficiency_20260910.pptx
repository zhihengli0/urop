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in the TES films / 10.37 keV. The trace is a current; its area is a charge, not an energy. Z7, K-line events of the Ge activation, 2207 events over 30 series, raw traces of all 11 channels saved.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event heats the film, R_TES rises, the current falls, and the Joule heating I*V_TES falls by what the event delivered: negative electro-thermal feedback. Integrating the heat equation over the whole pulse kills the C dT term, so the absorbed energy is minus the integrated change of Joule power, which the circuit turns into an expression in dI alone. Not included: the bath leak G*int dT and the inductor end terms, both of which need G and L from dI/dV.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channel. For a two-exponential pulse the integral from -inf to +inf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Purple dotted: quadratic term x20. Peak 104.6 fW = 102.6 + 2.0: quadratic 1.9% of peak, 1.3% of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 from the fit: zero, up within 1 ms, flat; the end equals the formula (green). Grey from the raw trace: drifts, 1 nA over 15 ms is 42 eV. Right: fit 277 eV, raw -169.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PDS2 fits only 42% (the swing) and on those events the other ten channels are 4.8% low, so its share is a bracket: 31.5 to 32.9%.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-&gt; 32 ± 1%.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Method 1 (used), 1 exact, -1 Method 2. Relative to exact: +0.58%, -1.15%.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that reaches the TES films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What we record is a current pulse.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The area under a current is not an energy — so the pulse must be turned into power first.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 (2207 events, 30 series, all 11 channels saved raw).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Where the formula comes from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film pays for the absorbed energy out of its own Joule heating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circu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95301"/>
            <a:ext cx="4434840" cy="3484517"/>
          </a:xfrm>
          <a:prstGeom prst="rect">
            <a:avLst/>
          </a:prstGeom>
        </p:spPr>
      </p:pic>
      <p:pic>
        <p:nvPicPr>
          <p:cNvPr id="6" name="Picture 5" descr="deriv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1179151"/>
            <a:ext cx="6629400" cy="43168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6692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An event heats the film, its resistance rises, the current falls — and the Joule heating falls by exactly what the event delivered (negative electro-thermal feedback).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Arial"/>
              </a:rPr>
              <a:t>So the absorbed energy can be read from the current alone: E = −∫δP_J dt, which is the formula on the next slide.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Left out: the bath leak and the inductor end terms. Both need G and L from dI/dV, which these series do not have.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formula, and the two numbers it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663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Power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Fit the two-exponential, integrate it from −∞ to +∞: the energy is a formula in A, τ_f, τ_r.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One pulse, read three ways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966" y="1143000"/>
            <a:ext cx="6825028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759" y="1143000"/>
            <a:ext cx="10097441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Yellow band: 98 samples sit within 10 % of the peak. The largest of them is the largest noise excursion.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Largest raw sample 885 ADC, fit 717 ADC: the maximum reads 23 % high. Filtering helps; the fit removes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13485"/>
            <a:ext cx="11247120" cy="29679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3891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Red: the fitted current put through the formula. Blue dashed: the linear term alone. Purple: the quadratic term, ×20.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The quadratic term is 1.9 % of the peak — the power pulse has the shape of the current pulse.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The shaded area is the energy this channel absorbed: 305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the fitted pulse is integrated, and not the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3509"/>
            <a:ext cx="11247120" cy="34366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25780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Red, from the fit: nothing before the pulse, up within 1 ms, then flat — and the end value is exactly the formula.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Grey, from the raw trace: it drifts. A 1 nA baseline offset over 15 ms is already 42 eV. Right: fit 277 eV, raw −169 eV.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141" y="1143000"/>
            <a:ext cx="8370678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2578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channels share the energy unevenly (PES1 489 eV, PES2 195 eV): the event sat closer to one side.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 — remember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32 ± 1 %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fits only 42 % of the events (that slow swing), and those events are not typical; its share can only be bracketed.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Full efficiency 31.5–32.9 %:  32 ± 1 %.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A current pulse becomes a power pulse through the TES equations; the area under the power is the energy. The quadratic term is 2 %.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energy comes from the fitted pulse, integrated from −∞ to +∞: no bias from the noisy maximum, no drift.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One channel: 15 % wide and lopsided (position). Ten channels summed: 7.5 % and symmetric.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Arial"/>
              </a:rPr>
              <a:t>Z7 absorbs 32 ± 1 % of a 10.37 keV event in its TESs. The CDMS note on the R37 CUTE tower reports 26–41 %.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Open: Z7 only · the HV bias of Z7 is not established (0 V assumed) · no dI/dV, so the inductor term is dropped · PDS2 is the ± 1 % · 12.5 % of events fit in no channel and are not in the histograms.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three versions of the power formula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P = I₀(R_L − R₀)·δI + c₂·R_L·(δI)²     with c₂ = 2 (Method 1, used here), 1 (exact small-signal),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Relative to the exact form: Method 1 +0.58 %, Method 2 −1.15 % in energy — far below the 15 % single-channel width and the PDS2 bracket.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