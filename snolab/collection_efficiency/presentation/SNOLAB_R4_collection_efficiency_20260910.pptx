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Orange dotted: quadratic term x20. Peak 104.6 fW = 102.6 + 2.0: the quadratic term is 1.3% of the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32 ± 1 % of a 10.37 keV event in its TESs.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is the ± 1 % · 12.5 % of events fit in no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