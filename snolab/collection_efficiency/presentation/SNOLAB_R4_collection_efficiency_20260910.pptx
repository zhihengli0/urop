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note also gives Method 2. In our sign convention it reads δP = I₀(R_L − R₀)·δI − R_L·(δI)²: the same linear term, only the quadratic term differs, and it gives 1.7 % less energy (PBS1, median of 15 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58" y="1143000"/>
            <a:ext cx="10455844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89" y="1143000"/>
            <a:ext cx="8747982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