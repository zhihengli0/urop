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012" y="1143000"/>
            <a:ext cx="9970935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903" y="1143000"/>
            <a:ext cx="9151153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53" y="1143000"/>
            <a:ext cx="839585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same two events, zoomed on the baseline. Bottom: the energy accumulated from it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