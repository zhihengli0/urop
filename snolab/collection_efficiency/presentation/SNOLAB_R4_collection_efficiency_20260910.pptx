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event heats the film, R_TES rises, the current falls, and the Joule heating I*V_TES falls by what the event delivered: negative electro-thermal feedback. Integrating the heat equation over the whole pulse kills the C dT term, so the absorbed energy is minus the integrated change of Joule power, which the circuit turns into an expression in dI alone. Not included: the bath leak G*int dT and the inductor end terms, both of which need G and L from dI/dV.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Method 1 (used), 1 exact, -1 Method 2. Relative to exact: +0.58%, -1.15%.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Where the formula comes from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film pays for the absorbed energy out of its own Joule heating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circu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95301"/>
            <a:ext cx="4434840" cy="3484517"/>
          </a:xfrm>
          <a:prstGeom prst="rect">
            <a:avLst/>
          </a:prstGeom>
        </p:spPr>
      </p:pic>
      <p:pic>
        <p:nvPicPr>
          <p:cNvPr id="6" name="Picture 5" descr="deriv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179151"/>
            <a:ext cx="6629400" cy="43168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An event heats the film, its resistance rises, the current falls — and the Joule heating falls by exactly what the event delivered (negative electro-thermal feedback).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So the absorbed energy can be read from the current alone: E = −∫δP_J dt, which is the formula on the next slide.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Left out: the bath leak and the inductor end terms. Both need G and L from dI/dV, which these series do not have.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032" y="1143000"/>
            <a:ext cx="62908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Yellow band: 98 samples sit within 10 % of the peak. The largest of them is the largest noise excursion.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Largest raw sample 885 ADC, fit 717 ADC: the maximum reads 23 % high. Filtering helps; the fit removes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798" y="1143000"/>
            <a:ext cx="8749364" cy="4617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same two events, zoomed on the baseline. Bottom: the energy accumulated from it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141" y="1143000"/>
            <a:ext cx="837067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three versions of the power formula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here), 1 (exact small-signal),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Relative to the exact form: Method 1 +0.58 %, Method 2 −1.15 % in energy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