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Efficiency = energy in the TES films / 10.37 keV. The trace is a current; its area is a charge, not an energy. Z7, K-line events of the Ge activation, 2207 events over 30 series, raw traces of all 11 channels saved.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TES small-signal result (Irwin &amp; Hilton), Method 1 of the CDMS note. Coefficients from the measured bias point of each channel. For a two-exponential pulse the integral from -inf to +inf is a formula in A, tau_f, tau_r.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Top: the pulse zoomed on its peak, three axes. Bottom: the power and its area. 1 ADC = 0.318 nA. The next two slides walk through the two panels.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Grey raw samples, blue 100 kHz low pass (what the fit sees), green 20 kHz (official prefilter), red the two-exponential fit, pink band fit ± 1 sigma (89 ADC). Yellow: 98 samples within 10% of the peak. Raw max 885 ADC vs fit 717: +23%. The maximum of 98 equal samples is the biggest upward noise. The fit averages every sample.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Red: power from the fitted current, two terms added. Blue dashed: linear term alone. Purple dotted: quadratic term x20. Peak 104.6 fW = 102.6 + 2.0: quadratic 1.9% of peak, 1.3% of energy. Shaded area 305.2 eV, 99% inside this window. Bottom line: the bias point that fixes the coefficients.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Red from the fit: zero, up within 1 ms, flat; the end equals the formula (green). Grey from the raw trace: drifts, 1 nA over 15 ms is 42 eV. Right: fit 277 eV, raw -169.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PES1 489 eV, PES2 195 eV: position. Sum over 11 channels 3419 eV = 33.0%. Official window on the raw traces: 3397 eV = 32.8%. PDS2: slow swing after 5 ms, a low-frequency artefact; residual 0.14, three times the others.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Red: fit. Grey outline: official window on the raw trace; same peak to 0.2%. Peak 285 eV, width 42 eV = 15%, for a fixed-energy line. Right tail to 600 eV: events near PBS1. The width is position, not noise.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Grey: ten channels that fit ≥ 95% of events, 1827 events, 3162 eV = 30.5%, width 7.5% — the position dependence cancels in the sum. PDS2 fits only 42% (the swing) and on those events the other ten channels are 4.8% low, so its share is a bracket: 31.5 to 32.9%. Red line 10.37 keV.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Chain: current -&gt; power -&gt; energy -&gt; sum -&gt; 32 ± 1%. R37 CUTE note: 26-41%. Open: Z7 only; HV bias unknown (0 V assumed); no dIdV, inductor term dropped; PDS2; 12.5% of events fit nowhere.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Z7 summed PTOFamps, our rebuild with no cut; K line at 2e-6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c2 = 2 Method 1 (used), 1 exact, -1 Method 2. Relative to exact: +0.58%, -1.15%.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15 example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Fit vs raw, 15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Sum 3419 eV = 33.0%.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channel is right-skewed; the peaks must not be added (21% low), the means add. PDS2 left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1F3864"/>
                </a:solidFill>
                <a:latin typeface="Arial"/>
              </a:rPr>
              <a:t>Phonon collection efficiency of Z7</a:t>
            </a:r>
          </a:p>
          <a:p>
            <a:r>
              <a:rPr sz="1800" b="0" i="0">
                <a:solidFill>
                  <a:srgbClr val="666666"/>
                </a:solidFill>
                <a:latin typeface="Arial"/>
              </a:rPr>
              <a:t>how much of a 10.37 keV K-line event ends up in the TESs  —  read off one pulse, then followed to the whole detector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97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333333"/>
                </a:solidFill>
                <a:latin typeface="Arial"/>
              </a:rPr>
              <a:t>Zhiheng Li  ·  University of Minnesota  ·  SuperCDMS SNOLAB Run 4  ·  September 2026</a:t>
            </a:r>
          </a:p>
          <a:p>
            <a:r>
              <a:rPr sz="1300" b="0" i="0">
                <a:solidFill>
                  <a:srgbClr val="666666"/>
                </a:solidFill>
                <a:latin typeface="Arial"/>
              </a:rPr>
              <a:t>github.com/ZhihengLi0/urop  →  snolab/collection_efficiency/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question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2</a:t>
            </a:r>
          </a:p>
        </p:txBody>
      </p:sp>
      <p:pic>
        <p:nvPicPr>
          <p:cNvPr id="5" name="Picture 4" descr="ch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280160"/>
            <a:ext cx="10972800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3931920"/>
            <a:ext cx="112471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Arial"/>
              </a:rPr>
              <a:t>Collection efficiency  =  energy that reaches the TES films  ÷  the 10.37 keV of the event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Arial"/>
              </a:rPr>
              <a:t>What we record is a current pulse.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C0392B"/>
                </a:solidFill>
                <a:latin typeface="Arial"/>
              </a:rPr>
              <a:t>The area under a current is a charge, not an energy — so the pulse must be turned into power first.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Arial"/>
              </a:rPr>
              <a:t>Sample: Z7, the K-line events of the Ge activation run (2207 events, 30 series, all 11 channels saved raw).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From current to power, from power to energy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3</a:t>
            </a:r>
          </a:p>
        </p:txBody>
      </p:sp>
      <p:pic>
        <p:nvPicPr>
          <p:cNvPr id="5" name="Picture 4" descr="formul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89" y="1143000"/>
            <a:ext cx="10257182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16636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Arial"/>
              </a:rPr>
              <a:t>Power = the change of Joule heating when the current moves by δI: a linear term and a small quadratic term.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Arial"/>
              </a:rPr>
              <a:t>Both coefficients are the measured bias point of the channel — nothing is fitted or tuned.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C0392B"/>
                </a:solidFill>
                <a:latin typeface="Arial"/>
              </a:rPr>
              <a:t>Fit the two-exponential, integrate it from −∞ to +∞: the energy is a formula in A, τ_f, τ_r.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One pulse, read three ways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Z7 PBS1, event 30646: the same trace as ADC counts, as current, as power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4</a:t>
            </a:r>
          </a:p>
        </p:txBody>
      </p:sp>
      <p:pic>
        <p:nvPicPr>
          <p:cNvPr id="5" name="Picture 4" descr="peak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3966" y="1143000"/>
            <a:ext cx="6825028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height: take it from the fit, not from the largest sample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5</a:t>
            </a:r>
          </a:p>
        </p:txBody>
      </p:sp>
      <p:pic>
        <p:nvPicPr>
          <p:cNvPr id="5" name="Picture 4" descr="peak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759" y="1143000"/>
            <a:ext cx="10097441" cy="4160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3949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Arial"/>
              </a:rPr>
              <a:t>Yellow band: 98 samples sit within 10 % of the peak. The largest of them is the largest noise excursion.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C0392B"/>
                </a:solidFill>
                <a:latin typeface="Arial"/>
              </a:rPr>
              <a:t>Largest raw sample 885 ADC, fit 717 ADC: the maximum reads 23 % high. Filtering helps; the fit removes 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power pulse, and its area is the energy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6</a:t>
            </a:r>
          </a:p>
        </p:txBody>
      </p:sp>
      <p:pic>
        <p:nvPicPr>
          <p:cNvPr id="5" name="Picture 4" descr="peak_bott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13485"/>
            <a:ext cx="11247120" cy="29679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38912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Arial"/>
              </a:rPr>
              <a:t>Red: the fitted current put through the formula. Blue dashed: the linear term alone. Purple: the quadratic term, ×20.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C0392B"/>
                </a:solidFill>
                <a:latin typeface="Arial"/>
              </a:rPr>
              <a:t>The quadratic term is 1.9 % of the peak — the power pulse has the shape of the current pulse.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C0392B"/>
                </a:solidFill>
                <a:latin typeface="Arial"/>
              </a:rPr>
              <a:t>The shaded area is the energy this channel absorbed: 305 eV.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Why the fitted pulse is integrated, and not the data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energy accumulated from the start of the 52 ms trace; trigger at the dotted 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7</a:t>
            </a:r>
          </a:p>
        </p:txBody>
      </p:sp>
      <p:pic>
        <p:nvPicPr>
          <p:cNvPr id="5" name="Picture 4" descr="cum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13509"/>
            <a:ext cx="11247120" cy="34366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257800"/>
            <a:ext cx="11247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Red, from the fit: nothing before the pulse, up within 1 ms, then flat — and the end value is exactly the formula.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Grey, from the raw trace: it drifts. A 1 nA baseline offset over 15 ms is already 42 eV. Right: fit 277 eV, raw −169 eV.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same event in its other channels: they add up to 33 %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Z7 event 30646; four of the eleven channels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8</a:t>
            </a:r>
          </a:p>
        </p:txBody>
      </p:sp>
      <p:pic>
        <p:nvPicPr>
          <p:cNvPr id="5" name="Picture 4" descr="allchan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1141" y="1143000"/>
            <a:ext cx="8370678" cy="4069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2578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The channels share the energy unevenly (PES1 489 eV, PES2 195 eV): the event sat closer to one side.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Summed over the eleven channels: 3419 eV = 33.0 % of 10.37 keV.   PDS2 (bottom right) carries a slow swing — remember 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Now every event: one channel gives a wide, lopsided distribution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PBS1, 1917 K-line events, one fit and one integral each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9</a:t>
            </a:r>
          </a:p>
        </p:txBody>
      </p:sp>
      <p:pic>
        <p:nvPicPr>
          <p:cNvPr id="5" name="Picture 4" descr="hist_PB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12748"/>
            <a:ext cx="7863840" cy="47183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Red: from the fit. Grey: the official window on the raw trace. Same peak to 0.2 %.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Peak 285 eV, width 15 % — for a line whose energy is fixed.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The tail to the right is the events that happened near this channel.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One channel's width is event position, not noise.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Summed over the channels: 32 ± 1 %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the total energy the TESs absorbed per K-line event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10</a:t>
            </a:r>
          </a:p>
        </p:txBody>
      </p:sp>
      <p:pic>
        <p:nvPicPr>
          <p:cNvPr id="5" name="Picture 4" descr="hist_s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12748"/>
            <a:ext cx="7863840" cy="47183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Ten channels summed, 1827 events: 3162 eV = 30.5 %, and the width drops to 7.5 % — the position effect cancels.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PDS2 fits only 42 % of the events (that slow swing), and those events are not typical; its share can only be bracketed.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Full efficiency 31.5–32.9 %:  32 ± 1 %.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Red line: 10.37 keV — two thirds of the energy never reaches the TESs.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Summary, and what is still open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A current pulse becomes a power pulse through the TES equations; the area under the power is the energy. The quadratic term is 2 %.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The energy comes from the fitted pulse, integrated from −∞ to +∞: no bias from the noisy maximum, no drift.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One channel: 15 % wide and lopsided (position). Ten channels summed: 7.5 % and symmetric.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C0392B"/>
                </a:solidFill>
                <a:latin typeface="Arial"/>
              </a:rPr>
              <a:t>Z7 absorbs 32 ± 1 % of a 10.37 keV event in its TESs. The CDMS note on the R37 CUTE tower reports 26–41 %.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Open: Z7 only · the HV bias of Z7 is not established (0 V assumed) · no dI/dV, so the inductor term is dropped · PDS2 is the ± 1 % · 12.5 % of events fit in no channel and are not in the histograms.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the events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12</a:t>
            </a:r>
          </a:p>
        </p:txBody>
      </p:sp>
      <p:pic>
        <p:nvPicPr>
          <p:cNvPr id="5" name="Picture 4" descr="spectrum_zip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1910" y="1143000"/>
            <a:ext cx="10269140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the three versions of the power formula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P = I₀(R_L − R₀)·δI + c₂·R_L·(δI)²     with c₂ = 2 (Method 1, used here), 1 (exact small-signal), −1 (Method 2)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Relative to the exact form: Method 1 +0.58 %, Method 2 −1.15 % in energy — far below the 15 % single-channel width and the PDS2 bracket.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The inductor term of the full equations needs L and the loop gain from dI/dV, which do not exist for these series on MSI; it is neglected.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The official Eabs (trigger bin 16383, baseline bins 93..15758, 5-pole 20 kHz prefilter, window −0.5/+1 ms, same formula) is reproduced to 0.2 %; the grey outlines on the histogram slides are 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15 events, fitted current and power (PBS1)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14</a:t>
            </a:r>
          </a:p>
        </p:txBody>
      </p:sp>
      <p:pic>
        <p:nvPicPr>
          <p:cNvPr id="5" name="Picture 4" descr="pulse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15 events, cumulative energy (PBS1)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15</a:t>
            </a:r>
          </a:p>
        </p:txBody>
      </p:sp>
      <p:pic>
        <p:nvPicPr>
          <p:cNvPr id="5" name="Picture 4" descr="cum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event 30646, all channels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16</a:t>
            </a:r>
          </a:p>
        </p:txBody>
      </p:sp>
      <p:pic>
        <p:nvPicPr>
          <p:cNvPr id="5" name="Picture 4" descr="allchan_puls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8921"/>
            <a:ext cx="11247120" cy="4025957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energy distribution of every channel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17</a:t>
            </a:r>
          </a:p>
        </p:txBody>
      </p:sp>
      <p:pic>
        <p:nvPicPr>
          <p:cNvPr id="5" name="Picture 4" descr="hist_allch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114" y="1143000"/>
            <a:ext cx="10394731" cy="5257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