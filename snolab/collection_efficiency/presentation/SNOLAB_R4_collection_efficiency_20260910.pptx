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note also gives Method 2. In our sign convention it reads δP = I₀(R_L − R₀)·δI − R_L·(δI)²: the same linear term, only the quadratic term differs, and it gives 1.7 % less energy (PBS1, median of 15 events).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012" y="1143000"/>
            <a:ext cx="9970935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903" y="1143000"/>
            <a:ext cx="9151153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553" y="1143000"/>
            <a:ext cx="8395854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same two events, zoomed on the baseline. Bottom: the energy accumulated from it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