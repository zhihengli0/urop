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in the TES films / 10.37 keV. The trace is a current; its area is a charge, not an energy. Z7, K-line events of the Ge activation, 2207 events over 30 series, raw traces of all 11 channels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channel. For a two-exponential pulse the integral from -inf to +inf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 from the fit: zero, up within 1 ms, flat; the end equals the formula (green). Grey from the raw trace: drifts, 1 nA over 15 ms is 42 eV. Right: fit 277 eV, raw -169.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that reaches the TES films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What we record is a current pulse.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The area under a current is not an energy — so the pulse must be turned into power first.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 (2207 events, 30 series, all 11 channels saved raw).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From current to power, from power to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Power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Fit the two-exponential, integrate it from −∞ to +∞: the energy is a formula in A, τ_f, τ_r.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One pulse, read three ways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energy accumulated from the start of the 52 ms trace; trigger at the dotted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3509"/>
            <a:ext cx="11247120" cy="3436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Red, from the fit: nothing before the pulse, up within 1 ms, then flat — and the end value is exactly the formula.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Grey, from the raw trace: it drifts. A 1 nA baseline offset over 15 ms is already 42 eV. Right: fit 277 eV, raw −169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 — remember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