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same two events, zoomed on the baseline. Bottom: the energy accumulated from it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