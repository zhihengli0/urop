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问题是什么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文档里还有一个 Method 2。换成我们的符号约定是 δP = I₀(R_L − R₀)·δI − R_L·(δI)²：线性项相同，只有二次项不同，能量低 1.7%（PBS1，15 个事件的中位数）。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012" y="1143000"/>
            <a:ext cx="9970935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黄色竖带：98 个采样点都在峰高的 10% 以内。其中最大的那个，就是噪声往上跳得最多的那个。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原始数据最大值 885 ADC，拟合峰值 717 ADC：取最大值偏高 23%。滤波能减轻，拟合能消除。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903" y="1143000"/>
            <a:ext cx="9151153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553" y="1143000"/>
            <a:ext cx="8395854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上：这两个事件的原始电流，纵轴放大到基线附近。下：由它累计的能量（灰）和由拟合累计的能量（红）。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26" y="1143000"/>
            <a:ext cx="8296507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功率公式的三个版本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2（method 1，本报告用的）、1（精确的小信号解）、−1（method 2）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相对精确解：method 1 高 0.58%，method 2 低 1.15% 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