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012" y="1143000"/>
            <a:ext cx="9970935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903" y="1143000"/>
            <a:ext cx="9151153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上：这两个事件的原始电流，纵轴放大到基线附近。下：由它累计的能量（灰）和由拟合累计的能量（红）。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