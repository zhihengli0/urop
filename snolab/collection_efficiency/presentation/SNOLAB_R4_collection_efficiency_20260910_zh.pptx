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1">
                <a:solidFill>
                  <a:srgbClr val="666666"/>
                </a:solidFill>
                <a:latin typeface="Droid Sans Fallback"/>
              </a:rPr>
              <a:t>来源 —— CDMS wiki 的 "Collection Efficiency Analysis" 页（两个 Method 和整套流程）；Method 1 的推导见 N. Kurinsky 博士论文附录 D (slac.stanford.edu/exp/cdms/ScienceResults/Theses/kurinsky.pdf)；Method 2 见 S. Watkins 的 "energy_absorbed_deriv_v3.pdf"，在 SLAC confluence 的 "Internal Documentation: PD2 DM Search v2" 页；两者差别的讨论见 confluence 上的 "Power_derivation.pdf"；TES 方程见 Irwin &amp; Hilton, Transition-Edge Sensors, Topics in Applied Physics 99 (2005)，第 74-75 和 87-88 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227" y="1143000"/>
            <a:ext cx="9278505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