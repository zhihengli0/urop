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就是那 ±1% · 12.5% 的事件在任何通道都拟合不上。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