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到达 TES 薄膜的能量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我们记录下来的是一条电流脉冲。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电流曲线下面的面积不是能量 —— 所以必须先把脉冲换成功率。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线事件（2207 个事件，30 个 series，11 个通道的原始波形全部保存）。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公式是怎么来的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薄膜吸收的能量，是从它自己的焦耳热里“扣掉”的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circ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95301"/>
            <a:ext cx="4434840" cy="3484517"/>
          </a:xfrm>
          <a:prstGeom prst="rect">
            <a:avLst/>
          </a:prstGeom>
        </p:spPr>
      </p:pic>
      <p:pic>
        <p:nvPicPr>
          <p:cNvPr id="6" name="Picture 5" descr="der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179151"/>
            <a:ext cx="6629400" cy="4316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事件把薄膜加热，电阻升高，电流下降 —— 焦耳热正好少掉事件送进来的那一份（负电热反馈）。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所以吸收的能量完全可以从电流读出来：E = −∫δP_J dt，也就是下一页那个公式。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没有算进去的：热泄漏项和电感边界项。两者都需要 dI/dV 给出的 G 和 L，这些 series 没有这个数据。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功率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拟合出双指数，从 −∞ 积到 +∞：能量就是 A、τ_f、τ_r 的一个公式。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一个脉冲，三种读法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红线，来自拟合：脉冲之前是 0，1 ms 之内升上去，之后保持水平 —— 终点正好等于公式算出的值。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灰线，来自原始波形：一直在漂。基线偏 1 nA，15 ms 积下来就是 42 eV。右图：拟合 277 eV，原始波形 −169 eV。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 —— 记住它。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