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主要思路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R4（2207 个事件，30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I₀：工作点上流过 TES 的电流 · R₀：工作点上 TES 的电阻 · R_L = R_p + R_sh：负载电阻（R_p 寄生电阻，R_sh 分流电阻）· δI：电流的变化，来自波形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文档里还有一个 Method 2：换成我们的符号是 δP = I₀(R_L − R₀)·δI − R_L·(δI)² —— 线性项相同，只有二次项不同，能量低 1.7%（PBS1，15 个事件的中位数）。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Droid Sans Fallback"/>
              </a:rPr>
              <a:t>来源：CDMS wiki 的 Collection Efficiency Analysis 页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227" y="1143000"/>
            <a:ext cx="9278505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红线：拟合出的电流代进公式。蓝色虚线：只有线性项。紫色点线：只有二次项，放大 20 倍。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二次项只占峰值的 1.9% —— 功率脉冲的形状和电流脉冲一样。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粉色面积就是这个通道吸收的能量：305 eV。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为什么对拟合积分，不是对原始数据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上：这两个事件的原始电流；右上角小图把脉冲之后的基线放大。下：由原始电流累计的能量（灰）和由拟合累计的能量（红）。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Droid Sans Fallback"/>
              </a:rPr>
              <a:t>各通道分到的能量很不均匀：60% 落在第 1 面；PES1 一个通道就有 489 eV，而 PES2 只有 195 eV。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方程变成功率脉冲；功率下面的面积就是能量。二次项只有 2%。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能量来自拟合脉冲、从 −∞ 积到 +∞：没有最大值的噪声偏差，没有漂移。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单通道：15% 宽、歪的（位置效应）。10 个通道求和：7.5%、对称。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TES。CDMS 文档在 R37 CUTE tower 上报的是 26–41%。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还没落实：只做了 Z7 · Z7 的 HV 偏压没有确认（按 0 V 算） · 没有 dI/dV，电感项被丢掉 · PDS2 就是那 ±1% · 12.5% 的事件在任何通道都拟合不上，没进直方图。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文档里的两个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 是 Method 1（本报告用的），c₂ = −1 是 Method 2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两者只有二次项不同：能量差 1.7%（PBS1，15 个事件的中位数）——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公式推导和逻辑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derivation_backup_z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