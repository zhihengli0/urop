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I₀：工作点上流过 TES 的电流 · R₀：工作点上 TES 的电阻 · R_L = R_p + R_sh：负载电阻（R_p 寄生电阻，R_sh 分流电阻）· δI：电流的变化，来自波形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文档里还有一个 Method 2：换成我们的符号是 δP = I₀(R_L − R₀)·δI − R_L·(δI)² —— 线性项相同，只有二次项不同，能量低 1.7%（PBS1，15 个事件的中位数）。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Droid Sans Fallback"/>
              </a:rPr>
              <a:t>来源：Antoine Rehberg 的 CDMS wiki 页面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为什么对拟合积分，不是对原始数据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Droid Sans Fallback"/>
              </a:rPr>
              <a:t>各通道分到的能量很不均匀：60% 落在第 1 面；PES1 一个通道就有 489 eV，而 PES2 只有 195 eV。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各通道求和：30.5%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73806"/>
            <a:ext cx="8046719" cy="5333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不算在内：它只有 42% 的事件能拟合上，而这些事件都发生在它附近。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收集效率 30.5% ± 2.3%（σ/μ = 7.5%）。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能量用拟合脉冲来算，所以不受峰值噪声和基线漂移的影响。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Droid Sans Fallback"/>
              </a:rPr>
              <a:t>Z7 把一个 10.37 keV 事件的 30.5% ± 2.3%（σ/μ = 7.5%）吸收进 TES，10 个通道求和。   CDMS 文档在 R37 CUTE tower 上得到的是 26–41%。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还没落实：只做了 Z7 · Z7 的偏压没有确认（按 0 V 算） · 没有 dI/dV · PDS2 没有算进去 · 12.5% 的事件在任何通道都拟合不上。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文档里的两个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 是 Method 1（本报告用的），c₂ = −1 是 Method 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两者只有二次项不同：能量差 1.7%（PBS1，15 个事件的中位数）—— 远小于单通道 15% 的宽度和求和后 7.5% 的宽度。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