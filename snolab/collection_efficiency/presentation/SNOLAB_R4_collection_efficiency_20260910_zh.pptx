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032" y="1143000"/>
            <a:ext cx="62908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798" y="1143000"/>
            <a:ext cx="874936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上：这两个事件的原始电流，纵轴放大到基线附近。下：由它累计的能量（灰）和由拟合累计的能量（红）。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