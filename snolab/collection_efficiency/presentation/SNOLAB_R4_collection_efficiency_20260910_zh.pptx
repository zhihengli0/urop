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  <a:p>
            <a:r>
              <a:rPr sz="1800" b="0" i="0">
                <a:solidFill>
                  <a:srgbClr val="666666"/>
                </a:solidFill>
                <a:latin typeface="Droid Sans Fallback"/>
              </a:rPr>
              <a:t>一个 10.37 keV 的 K 线事件，有多少能量最后到了 TES 里 —— 先从一个脉冲读出来，再推到整个探测器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电流曲线下面的面积是电荷，不是能量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电流 → 功率，功率 → 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两个系数都是这个通道实测的偏置点 —— 没有任何拟合和调参。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拟合出双指数，从 −∞ 积到 +∞：能量就是 A、τ_f、τ_r 的一个公式。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从 52 ms 波形的开头一路累计的能量；触发在点线处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cum_ev306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4367"/>
            <a:ext cx="5532120" cy="1871826"/>
          </a:xfrm>
          <a:prstGeom prst="rect">
            <a:avLst/>
          </a:prstGeom>
        </p:spPr>
      </p:pic>
      <p:pic>
        <p:nvPicPr>
          <p:cNvPr id="6" name="Picture 5" descr="cum_ev210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85226"/>
            <a:ext cx="5532120" cy="2110108"/>
          </a:xfrm>
          <a:prstGeom prst="rect">
            <a:avLst/>
          </a:prstGeom>
        </p:spPr>
      </p:pic>
      <p:pic>
        <p:nvPicPr>
          <p:cNvPr id="7" name="Picture 6" descr="cum_leg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406616"/>
            <a:ext cx="6126480" cy="31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54757"/>
            <a:ext cx="5532120" cy="1896726"/>
          </a:xfrm>
          <a:prstGeom prst="rect">
            <a:avLst/>
          </a:prstGeom>
        </p:spPr>
      </p:pic>
      <p:pic>
        <p:nvPicPr>
          <p:cNvPr id="6" name="Picture 5" descr="allchan_PE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54757"/>
            <a:ext cx="5532120" cy="1896726"/>
          </a:xfrm>
          <a:prstGeom prst="rect">
            <a:avLst/>
          </a:prstGeom>
        </p:spPr>
      </p:pic>
      <p:pic>
        <p:nvPicPr>
          <p:cNvPr id="7" name="Picture 6" descr="allchan_PE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166437"/>
            <a:ext cx="5532120" cy="1896726"/>
          </a:xfrm>
          <a:prstGeom prst="rect">
            <a:avLst/>
          </a:prstGeom>
        </p:spPr>
      </p:pic>
      <p:pic>
        <p:nvPicPr>
          <p:cNvPr id="8" name="Picture 7" descr="allchan_PDS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66437"/>
            <a:ext cx="5532120" cy="18967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