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问题是什么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R4（2207 个事件，30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公式是怎么来的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薄膜吸收的能量，是从它自己的焦耳热里“扣掉”的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circu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95301"/>
            <a:ext cx="4434840" cy="3484517"/>
          </a:xfrm>
          <a:prstGeom prst="rect">
            <a:avLst/>
          </a:prstGeom>
        </p:spPr>
      </p:pic>
      <p:pic>
        <p:nvPicPr>
          <p:cNvPr id="6" name="Picture 5" descr="deriv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1179151"/>
            <a:ext cx="6629400" cy="43168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6692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事件把薄膜加热，电阻升高，电流下降 —— 焦耳热正好少掉事件送进来的那一份（负电热反馈）。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所以吸收的能量完全可以从电流读出来：E = −∫δP_J dt，也就是下一页那个公式。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没有算进去的：热泄漏项和电感边界项。两者都需要 dI/dV 给出的 G 和 L，这些 series 没有这个数据。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663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032" y="1143000"/>
            <a:ext cx="62908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759" y="1143000"/>
            <a:ext cx="10097441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黄色竖带：98 个采样点都在峰高的 10% 以内。其中最大的那个，就是噪声往上跳得最多的那个。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原始数据最大值 885 ADC，拟合峰值 717 ADC：取最大值偏高 23%。滤波能减轻，拟合能消除。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13485"/>
            <a:ext cx="11247120" cy="29679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3891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红线：拟合出的电流代进公式。蓝色虚线：只有线性项。紫色点线：只有二次项，放大 20 倍。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二次项只占峰值的 1.9% —— 功率脉冲的形状和电流脉冲一样。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粉色面积就是这个通道吸收的能量：305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为什么积分的是拟合脉冲，不是原始数据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1798" y="1143000"/>
            <a:ext cx="8749364" cy="4617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上：这两个事件的原始电流，纵轴放大到基线附近。下：由它累计的能量（灰）和由拟合累计的能量（红）。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141" y="1143000"/>
            <a:ext cx="8370678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578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各通道分到的能量很不均匀（PES1 489 eV，PES2 195 eV）：事件发生的位置更靠近一侧。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方程变成功率脉冲；功率下面的面积就是能量。二次项只有 2%。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能量来自拟合脉冲、从 −∞ 积到 +∞：没有最大值的噪声偏差，没有漂移。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单通道：15% 宽、歪的（位置效应）。10 个通道求和：7.5%、对称。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TES。CDMS 文档在 R37 CUTE tower 上报的是 26–41%。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还没落实：只做了 Z7 · Z7 的 HV 偏压没有确认（按 0 V 算） · 没有 dI/dV，电感项被丢掉 · PDS2 就是那 ±1% · 12.5% 的事件在任何通道都拟合不上，没进直方图。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功率公式的三个版本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2（method 1，本报告用的）、1（精确的小信号解）、−1（method 2）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相对精确解：method 1 高 0.58%，method 2 低 1.15% 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