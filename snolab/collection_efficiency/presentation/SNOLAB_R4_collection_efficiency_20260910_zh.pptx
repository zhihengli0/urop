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主要思路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6070"/>
            <a:ext cx="11247120" cy="48688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文档里的两个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 是 Method 1（本报告用的），c₂ = −1 是 Method 2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两者只有二次项不同：能量差 1.7%（PBS1，15 个事件的中位数）——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