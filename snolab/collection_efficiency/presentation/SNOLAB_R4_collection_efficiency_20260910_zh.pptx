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文档里还有一个 Method 2。换成我们的符号约定是 δP = I₀(R_L − R₀)·δI − R_L·(δI)²：线性项相同，只有二次项不同，能量低 1.7%（PBS1，15 个事件的中位数）。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227" y="1143000"/>
            <a:ext cx="9278505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