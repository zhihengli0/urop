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  <a:p>
            <a:r>
              <a:rPr sz="1800" b="0" i="0">
                <a:solidFill>
                  <a:srgbClr val="666666"/>
                </a:solidFill>
                <a:latin typeface="Droid Sans Fallback"/>
              </a:rPr>
              <a:t>一个 10.37 keV 的 K 线事件，有多少能量最后到了 TES 里 —— 先从一个脉冲读出来，再推到整个探测器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到达 TES 薄膜的能量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我们记录下来的是一条电流脉冲。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电流曲线下面的面积是电荷，不是能量 —— 所以必须先把脉冲换成功率。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线事件（2207 个事件，30 个 series，11 个通道的原始波形全部保存）。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电流 → 功率，功率 → 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功率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两个系数都是这个通道实测的偏置点 —— 没有任何拟合和调参。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拟合出双指数，从 −∞ 积到 +∞：能量就是 A、τ_f、τ_r 的一个公式。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一个脉冲，三种读法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从 52 ms 波形的开头一路累计的能量；触发在点线处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红线，来自拟合：脉冲之前是 0，1 ms 之内升上去，之后保持水平 —— 终点正好等于公式算出的值。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灰线，来自原始波形：一直在漂。基线偏 1 nA，15 ms 积下来就是 42 eV。右图：拟合 277 eV，原始波形 −169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 —— 记住它。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